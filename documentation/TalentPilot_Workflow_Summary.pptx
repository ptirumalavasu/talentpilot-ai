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TalentPilot-AI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Comprehensive Workflow Summary</a:t>
            </a:r>
            <a:br/>
            <a:r>
              <a:t>BMAD &amp; WDS Phases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16 workflow phases (8 BMAD + 6 WDS)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70+ output files created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• All phases complete | DD-001 approved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BMAD: 8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21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dirty="0" smtClean="0"/>
              <a:t>Brainstorming</a:t>
            </a:r>
            <a:endParaRPr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dirty="0" smtClean="0"/>
              <a:t>Design </a:t>
            </a:r>
            <a:r>
              <a:rPr dirty="0"/>
              <a:t>Thinking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dirty="0" smtClean="0"/>
              <a:t>Domain </a:t>
            </a:r>
            <a:r>
              <a:rPr dirty="0"/>
              <a:t>Research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dirty="0" smtClean="0"/>
              <a:t>Market </a:t>
            </a:r>
            <a:r>
              <a:rPr dirty="0"/>
              <a:t>Research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dirty="0" smtClean="0"/>
              <a:t>Innovation </a:t>
            </a:r>
            <a:r>
              <a:rPr dirty="0"/>
              <a:t>Strategy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dirty="0" smtClean="0"/>
              <a:t>Technical </a:t>
            </a:r>
            <a:r>
              <a:rPr dirty="0"/>
              <a:t>Research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dirty="0" smtClean="0"/>
              <a:t>Product </a:t>
            </a:r>
            <a:r>
              <a:rPr dirty="0"/>
              <a:t>Brief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dirty="0" smtClean="0"/>
              <a:t>PRFAQ</a:t>
            </a:r>
            <a:endParaRPr lang="en-US" dirty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lang="en-US" dirty="0" smtClean="0"/>
              <a:t>PRD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lang="en-US" dirty="0" smtClean="0"/>
              <a:t>Architect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lang="en-US" dirty="0" smtClean="0"/>
              <a:t>Development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r>
              <a:rPr lang="en-US" dirty="0" smtClean="0"/>
              <a:t>QA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endParaRPr lang="en-US" dirty="0" smtClean="0"/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 sz="1600">
                <a:solidFill>
                  <a:srgbClr val="323232"/>
                </a:solidFill>
              </a:defRPr>
            </a:pPr>
            <a:endParaRPr lang="en-US" dirty="0" smtClean="0"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WDS: 6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1. Product Brief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2. Trigger Mapping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3. UX Scenarios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4. UX Design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5. Agentic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Backend: Python + </a:t>
            </a:r>
            <a:r>
              <a:rPr dirty="0" err="1"/>
              <a:t>FastAPI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Frontend: React + </a:t>
            </a:r>
            <a:r>
              <a:rPr dirty="0" err="1"/>
              <a:t>Vite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Database: PostgreSQL + </a:t>
            </a:r>
            <a:r>
              <a:rPr dirty="0" err="1"/>
              <a:t>pgvector</a:t>
            </a:r>
            <a:endParaRPr dirty="0"/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Video: YouTube API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rPr dirty="0"/>
              <a:t>Architecture: 2-tier 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Focused Wedge (Option 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5-week POC (13 July 2026)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Dashboard as source of truth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323232"/>
                </a:solidFill>
              </a:defRPr>
            </a:pPr>
            <a:r>
              <a:t>3-phase 24-month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Ready for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DD-001 approved | Next: wds-5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133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2026-07-12T17:03:53Z</dcterms:modified>
  <cp:category/>
</cp:coreProperties>
</file>